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3Tq/0iwIR5U7F2Lhj0UX9i0ZU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customschemas.google.com/relationships/presentationmetadata" Target="metadata"/><Relationship Id="rId8" Type="http://schemas.openxmlformats.org/officeDocument/2006/relationships/slide" Target="slides/slide3.xml"/><Relationship Id="rId3" Type="http://schemas.openxmlformats.org/officeDocument/2006/relationships/presProps" Target="presProps.xml"/><Relationship Id="rId21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20" Type="http://schemas.openxmlformats.org/officeDocument/2006/relationships/customXml" Target="../customXml/item2.xml"/><Relationship Id="rId11" Type="http://schemas.openxmlformats.org/officeDocument/2006/relationships/slide" Target="slides/slide6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customXml" Target="../customXml/item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7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7:notes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39abefeca1_0_5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g139abefeca1_0_5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39abefeca1_0_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g139abefeca1_0_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39abefeca1_0_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139abefeca1_0_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39abefeca1_0_1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139abefeca1_0_1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39abefeca1_0_2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139abefeca1_0_2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9abefeca1_0_2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139abefeca1_0_2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9abefeca1_0_3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139abefeca1_0_3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9abefeca1_0_4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139abefeca1_0_4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9abefeca1_0_7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139abefeca1_0_7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chemeClr val="dk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title"/>
          </p:nvPr>
        </p:nvSpPr>
        <p:spPr>
          <a:xfrm>
            <a:off x="1597025" y="42081"/>
            <a:ext cx="5949950" cy="136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0"/>
          <p:cNvSpPr txBox="1"/>
          <p:nvPr>
            <p:ph idx="1" type="body"/>
          </p:nvPr>
        </p:nvSpPr>
        <p:spPr>
          <a:xfrm>
            <a:off x="956888" y="1375506"/>
            <a:ext cx="7230222" cy="2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/>
          <p:nvPr/>
        </p:nvSpPr>
        <p:spPr>
          <a:xfrm>
            <a:off x="1664207" y="460248"/>
            <a:ext cx="5580888" cy="438912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2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9143999" y="0"/>
                </a:lnTo>
                <a:lnTo>
                  <a:pt x="9143999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3"/>
          <p:cNvSpPr txBox="1"/>
          <p:nvPr>
            <p:ph type="title"/>
          </p:nvPr>
        </p:nvSpPr>
        <p:spPr>
          <a:xfrm>
            <a:off x="1597025" y="42081"/>
            <a:ext cx="5949950" cy="136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93475" y="1350312"/>
            <a:ext cx="3801745" cy="291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08274" y="1350312"/>
            <a:ext cx="4022725" cy="333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3"/>
          <p:cNvSpPr txBox="1"/>
          <p:nvPr>
            <p:ph idx="10" type="dt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1597025" y="42081"/>
            <a:ext cx="5949950" cy="1365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4"/>
          <p:cNvSpPr txBox="1"/>
          <p:nvPr>
            <p:ph idx="10" type="dt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9144000" cy="514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8"/>
          <p:cNvPicPr preferRelativeResize="0"/>
          <p:nvPr/>
        </p:nvPicPr>
        <p:blipFill rotWithShape="1">
          <a:blip r:embed="rId2">
            <a:alphaModFix/>
          </a:blip>
          <a:srcRect b="-62954" l="-10475" r="0" t="-31201"/>
          <a:stretch/>
        </p:blipFill>
        <p:spPr>
          <a:xfrm>
            <a:off x="8382000" y="209550"/>
            <a:ext cx="533399" cy="2285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hyperlink" Target="mailto:profdanilo.elias@fiap.com.br" TargetMode="External"/><Relationship Id="rId6" Type="http://schemas.openxmlformats.org/officeDocument/2006/relationships/hyperlink" Target="https://facebook.github.io/prophet/" TargetMode="External"/><Relationship Id="rId7" Type="http://schemas.openxmlformats.org/officeDocument/2006/relationships/hyperlink" Target="https://unit8co.github.io/darts/index.html" TargetMode="External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0" y="2"/>
            <a:ext cx="913554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276" y="209004"/>
            <a:ext cx="8691449" cy="4704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5750" y="573311"/>
            <a:ext cx="3201951" cy="8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1229950" y="3449050"/>
            <a:ext cx="4293600" cy="61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Danilo Elias</a:t>
            </a:r>
            <a:endParaRPr b="0" i="0" sz="1400" u="none" cap="none" strike="noStrike">
              <a:solidFill>
                <a:schemeClr val="lt1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3275" y="-64612"/>
            <a:ext cx="9135540" cy="513874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 txBox="1"/>
          <p:nvPr/>
        </p:nvSpPr>
        <p:spPr>
          <a:xfrm>
            <a:off x="898200" y="723900"/>
            <a:ext cx="5061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ROTEIRO: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Dados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Aprendizado supervisionado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programação vs machine learning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classificação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regressão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bias-variance tradeoff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validação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modelagem preditiva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pic>
        <p:nvPicPr>
          <p:cNvPr id="64" name="Google Shape;6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0450" y="1663525"/>
            <a:ext cx="4298451" cy="28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139abefeca1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3275" y="-64612"/>
            <a:ext cx="9135540" cy="513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139abefeca1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9900" y="1424975"/>
            <a:ext cx="4298451" cy="280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139abefeca1_0_59"/>
          <p:cNvSpPr txBox="1"/>
          <p:nvPr/>
        </p:nvSpPr>
        <p:spPr>
          <a:xfrm>
            <a:off x="-41075" y="1364150"/>
            <a:ext cx="5061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Dados e features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Imagens : pixels (e outras coisas)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Voz (som): frequencia, amplitude, duração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Pessoa: Nacionalidade, data de nascimento, altura, etc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</a:rPr>
              <a:t>Feature engineering, extraction, selection</a:t>
            </a:r>
            <a:endParaRPr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139abefeca1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8175" y="-161537"/>
            <a:ext cx="9135540" cy="513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39abefeca1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6675" y="888663"/>
            <a:ext cx="7340400" cy="336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139abefeca1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8175" y="-161537"/>
            <a:ext cx="9135540" cy="513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139abefeca1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2150" y="1376363"/>
            <a:ext cx="552450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139abefeca1_0_8"/>
          <p:cNvSpPr txBox="1"/>
          <p:nvPr/>
        </p:nvSpPr>
        <p:spPr>
          <a:xfrm>
            <a:off x="2154600" y="194650"/>
            <a:ext cx="506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</a:rPr>
              <a:t>Regressão e classificação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139abefeca1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8175" y="-161537"/>
            <a:ext cx="9135540" cy="513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139abefeca1_0_15"/>
          <p:cNvPicPr preferRelativeResize="0"/>
          <p:nvPr/>
        </p:nvPicPr>
        <p:blipFill rotWithShape="1">
          <a:blip r:embed="rId4">
            <a:alphaModFix/>
          </a:blip>
          <a:srcRect b="59301" l="0" r="0" t="0"/>
          <a:stretch/>
        </p:blipFill>
        <p:spPr>
          <a:xfrm>
            <a:off x="2662350" y="1595225"/>
            <a:ext cx="3819301" cy="15654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139abefeca1_0_15"/>
          <p:cNvSpPr txBox="1"/>
          <p:nvPr/>
        </p:nvSpPr>
        <p:spPr>
          <a:xfrm>
            <a:off x="2154600" y="194650"/>
            <a:ext cx="506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</a:rPr>
              <a:t>Overfitting e underfitting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139abefeca1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77450" y="1023688"/>
            <a:ext cx="9135540" cy="513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139abefeca1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4750" y="1675313"/>
            <a:ext cx="505777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139abefeca1_0_21"/>
          <p:cNvSpPr txBox="1"/>
          <p:nvPr/>
        </p:nvSpPr>
        <p:spPr>
          <a:xfrm>
            <a:off x="2154600" y="194650"/>
            <a:ext cx="506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</a:rPr>
              <a:t>Overfitting e underfitting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139abefeca1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8175" y="-161537"/>
            <a:ext cx="9135540" cy="513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139abefeca1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2949" y="439825"/>
            <a:ext cx="4369975" cy="440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139abefeca1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8175" y="-161537"/>
            <a:ext cx="9135540" cy="513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139abefeca1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650" y="1302227"/>
            <a:ext cx="7476701" cy="221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139abefeca1_0_34"/>
          <p:cNvSpPr txBox="1"/>
          <p:nvPr/>
        </p:nvSpPr>
        <p:spPr>
          <a:xfrm>
            <a:off x="2154600" y="194650"/>
            <a:ext cx="506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</a:rPr>
              <a:t>Overfitting e underfitting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139abefeca1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8175" y="-161537"/>
            <a:ext cx="9135540" cy="513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139abefeca1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9425" y="1004250"/>
            <a:ext cx="4372400" cy="3340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139abefeca1_0_40"/>
          <p:cNvSpPr txBox="1"/>
          <p:nvPr/>
        </p:nvSpPr>
        <p:spPr>
          <a:xfrm>
            <a:off x="2154600" y="194650"/>
            <a:ext cx="506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</a:rPr>
              <a:t>Overfitting e underfitting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139abefeca1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8175" y="-161537"/>
            <a:ext cx="9135540" cy="513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139abefeca1_0_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5625" y="1237425"/>
            <a:ext cx="5579049" cy="3168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39abefeca1_0_74"/>
          <p:cNvSpPr txBox="1"/>
          <p:nvPr/>
        </p:nvSpPr>
        <p:spPr>
          <a:xfrm>
            <a:off x="2154600" y="194650"/>
            <a:ext cx="506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</a:rPr>
              <a:t>Análise multivariada</a:t>
            </a:r>
            <a:r>
              <a:rPr lang="en-US" sz="2000">
                <a:solidFill>
                  <a:schemeClr val="lt1"/>
                </a:solidFill>
                <a:highlight>
                  <a:schemeClr val="dk1"/>
                </a:highlight>
              </a:rPr>
              <a:t>: Séries temporais</a:t>
            </a:r>
            <a:endParaRPr sz="20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471" y="174490"/>
            <a:ext cx="2044892" cy="2397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1784" y="2571750"/>
            <a:ext cx="2018746" cy="23972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"/>
          <p:cNvSpPr txBox="1"/>
          <p:nvPr/>
        </p:nvSpPr>
        <p:spPr>
          <a:xfrm>
            <a:off x="823675" y="1662325"/>
            <a:ext cx="60381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profdanilo.elias@fiap.com.br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referências youtube (python, dados, IA):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Statquest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sentdex</a:t>
            </a:r>
            <a:endParaRPr b="0" i="0" sz="1400" u="none" cap="none" strike="noStrike">
              <a:solidFill>
                <a:schemeClr val="lt1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tech with tim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corey schafer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https://facebook.github.io/prophet/</a:t>
            </a:r>
            <a:endParaRPr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hlinkClick r:id="rId7"/>
              </a:rPr>
              <a:t>Time Series Made Easy in Python — darts documentation (unit8co.github.io)</a:t>
            </a:r>
            <a:endParaRPr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https://towardsdatascience.com/forecasting-at-scale-with-facebook-prophet-a-case-study-on-its-merits-limitations-b24a694dd7c7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3" name="Google Shape;133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45917" y="239815"/>
            <a:ext cx="3204916" cy="862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B8CFF1F968464CBF8321C5737DB781" ma:contentTypeVersion="7" ma:contentTypeDescription="Crie um novo documento." ma:contentTypeScope="" ma:versionID="f76ccd879b47a855ae0b9a40aeb7e093">
  <xsd:schema xmlns:xsd="http://www.w3.org/2001/XMLSchema" xmlns:xs="http://www.w3.org/2001/XMLSchema" xmlns:p="http://schemas.microsoft.com/office/2006/metadata/properties" xmlns:ns2="5d958229-1a55-4e93-85b5-b8a5a775498a" targetNamespace="http://schemas.microsoft.com/office/2006/metadata/properties" ma:root="true" ma:fieldsID="5e8a4859601dccafdb4fb795a791dbda" ns2:_="">
    <xsd:import namespace="5d958229-1a55-4e93-85b5-b8a5a77549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58229-1a55-4e93-85b5-b8a5a77549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CB724E-7BD4-477A-A758-264ECF80EB9F}"/>
</file>

<file path=customXml/itemProps2.xml><?xml version="1.0" encoding="utf-8"?>
<ds:datastoreItem xmlns:ds="http://schemas.openxmlformats.org/officeDocument/2006/customXml" ds:itemID="{E5098559-3AB2-49CB-8FC0-B4AA84381C48}"/>
</file>

<file path=customXml/itemProps3.xml><?xml version="1.0" encoding="utf-8"?>
<ds:datastoreItem xmlns:ds="http://schemas.openxmlformats.org/officeDocument/2006/customXml" ds:itemID="{34854C0C-B619-4D63-8B26-642FF61FDCD2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Maíra Fernandes Palácios</dc:creator>
  <dcterms:created xsi:type="dcterms:W3CDTF">2018-06-21T14:25:56Z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2018-06-21T00:00:00Z</vt:filetime>
  </property>
  <property fmtid="{D5CDD505-2E9C-101B-9397-08002B2CF9AE}" pid="3" name="Creator">
    <vt:lpwstr>Google</vt:lpwstr>
  </property>
  <property fmtid="{D5CDD505-2E9C-101B-9397-08002B2CF9AE}" pid="4" name="LastSaved">
    <vt:filetime>2018-06-21T00:00:00Z</vt:filetime>
  </property>
  <property fmtid="{D5CDD505-2E9C-101B-9397-08002B2CF9AE}" pid="5" name="ContentTypeId">
    <vt:lpwstr>0x010100ECB8CFF1F968464CBF8321C5737DB781</vt:lpwstr>
  </property>
</Properties>
</file>